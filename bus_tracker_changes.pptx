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C518"/>
                </a:solidFill>
              </a:rPr>
              <a:t>🚌  Bus Tracker App — Code Changes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11430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5394960" cy="54406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B6FF"/>
                </a:solidFill>
              </a:rPr>
              <a:t>PR #3 · feat: Simulation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</a:rPr>
              <a:t>Initial Flutter Project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lib/main.dart  —  Firebase init, ChangeNotifierProvider, MaterialApp with splash → map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58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lib/models/bus.dart  —  Bus model (id, lat, lng, speed, heading) with fromMap factory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96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lib/services/firebase_service.dart  —  Real-time Firebase stream for live bus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352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lib/services/location_service.dart  —  Device GPS location with permission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73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lib/services/simulation_service.dart  —  Simulated bus movement along predefined waypoints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11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lib/providers/bus_provider.dart  —  ChangeNotifier managing Firebase subscriptions, GPS tracking, and simulation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950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lib/screens/map_screen.dart  —  Google Maps UI with bus markers, info panel, and Simulate FAB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88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lib/screens/splash_screen.dart  —  Splash screen with app branding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6268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lib/widgets/bus_marker.dart  —  Custom bus icon marker for Google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65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</a:rPr>
              <a:t>Dependencies Added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492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google_maps_flutter, location, firebase_core, firebase_database, provider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960120"/>
            <a:ext cx="5943600" cy="5440680"/>
          </a:xfrm>
          <a:prstGeom prst="rect">
            <a:avLst/>
          </a:prstGeom>
          <a:solidFill>
            <a:srgbClr val="1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0058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DF59A"/>
                </a:solidFill>
              </a:rPr>
              <a:t>PR #4 · fix: FAB Hidden Behind Info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53619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</a:rPr>
              <a:t>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9385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The 'Simulate' FloatingActionButton was placed in Scaffold's floatingActionButton property, causing it to render beneath the bus info panel overlay.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34086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</a:rPr>
              <a:t>Fix  —  lib/screens/map_screen.dart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7432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Removed floatingActionButton from Scaffold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14553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Moved FAB into the Stack body as a Positioned widget at the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5478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Wrapped FAB + info panel in a Column (MainAxisSize.min) so FAB floats above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9502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Added heroTag: 'simulateFab' to prevent Hero animation conflicts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352544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754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FAB is always visible above the bus info panel regardless of screen size.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157216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</a:rPr>
              <a:t>  • Simulation toggle (Start/Stop) is now fully accessible to users.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9AA"/>
                </a:solidFill>
              </a:rPr>
              <a:t>JACOB-SAW/bus_tracker_app  |  Flutter + Firebase + Google Maps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